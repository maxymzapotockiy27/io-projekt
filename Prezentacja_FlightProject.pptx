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Monitorowania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Ruchu Lotniczego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projektu zaliczeniowego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3200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Ruslan Onufriiev (64146)  ·  Maksym Zapototskyi (64154)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Inżynieria Oprogramowania  · 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projektu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webowa do monitorowania ruchu lotniczego w czasie rzeczywistym. System pobiera dane z publicznego API ADS-B Exchange i prezentuje pozycje samolotów na interaktywnej mapie geograficznej.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technologiczny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 (React) + TypeScript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Mapa: Leaflet.js (react-leaflet)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Dane: ADS-B Exchange API v2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Styl: CSS-in-JS (inline styles)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Funkcjonalności systemu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Mapa lotów w czasie rzeczywistym: wyświetlanie pozycji samolotów na interaktywnej mapie z automatycznym odświeżaniem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— Filtrowanie i wyszukiwanie: filtrowanie po wysokości, typie samolotu, znaku wywoławczym oraz dostępności pozycji GPS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— Szczegóły lotu: panel z pełnymi informacjami o wybranym samolocie (prędkość, kurs, wysokość, rejestracja, linia lotnicza)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— Ślad lotu (trail): wizualizacja trasy przelotu samolotu na mapie na podstawie historii pozycji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— Powiadomienia o zdarzeniach: automatyczne alerty przy wykryciu kodu alarmowego (squawk 7700/7600/7500)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— Konfigurowalny obszar monitorowania: ustawianie centrum mapy i promienia obserwacji (w milach morskich)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systemu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Moduły aplikacji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AircraftContext – zarządzanie stanem globalnym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MapView – interaktywna mapa (Leaflet)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AircraftList – lista wykrytych samolotów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FilterPanel – panel filtrowania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FlightDetails – szczegóły wybranego lotu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NotificationPanel – alerty i powiadomienia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RadiusSettings – konfiguracja obszaru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StatusBar – pasek statusu i odświeżania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Przepływ danych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ADS-B Exchange API → Next.js proxy (/api/adsb)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pobierane co 10 sekund (auto-refresh)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React przekazuje stan do wszystkich komponentów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tras przechowywana w pamięci (Map&lt;hex, coords[]&gt;)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Mapa lotów w czasie rzeczywistym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Interaktywna mapa z ikonami samolotów, śladami tras i klikalnymi znacznikami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ZRZUT EKRANU: widok mapy z samolotami i śladami tras 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Filtrowanie i wyszukiwanie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Opcje filtrowania: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Wyszukiwanie tekstowe (znak wywoławczy, hex, rejestracja)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Minimalna i maksymalna wysokość (ft)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samolotu (ICAO type designator)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samoloty z aktywną pozycją GPS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188720"/>
            <a:ext cx="4297680" cy="3611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297680" y="1188720"/>
            <a:ext cx="42976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ZRZUT EKRANU: panel filtrowania i lista samolotów 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Szczegóły lotu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4297680" cy="3611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42976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ZRZUT EKRANU: panel szczegółów wybranego lotu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Wyświetlane dane: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0" y="15544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Znak wywoławczy i rejestracja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lotnicza i typ samolotu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Wysokość (barometryczna i geometryczna)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 (IAS / GS) i kurs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Współrzędne geograficzne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squawk i status emergency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 rejestracji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Powiadomienia o zdarzeniach alarmowych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automatycznie wykrywa kody squawk sygnalizujące niebezpieczeństwo: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7700 — sytuacja awaryjna (General Emergency)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7600 — utrata łączności radiowej (Radio Failure)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7500 — porwanie samolotu (Hijacking)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804672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ZRZUT EKRANU: panel powiadomień z aktywnym alertem alarmowym 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bezpieczeństwa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zasady wg wykładu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840480" cy="14630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18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Naturalny styk z użytkownikiem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Interfejs prezentuje tylko dane niezbędne do monitorowania; wrażliwe dane API ukryte za proxy server-side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840480" cy="14630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618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Spójność pozioma i pionowa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Jednolite walidacje danych wejściowych (promień, wysokości) po stronie klienta i serwera; spójne komunikaty błędów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840480" cy="14630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Minimalny przywilej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 ujawnia wyłącznie metody odczytu; brak uwierzytelniania zapobiega nieautoryzowanym modyfikacjom; klucz API tylko na serwerze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3840480" cy="14630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Domyślna odmowa dostępu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blokują metody inne niż GET; nieznane ścieżki API zwracają 404; dane bez pozycji GPS są filtrowane domyślnie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Harmonogram testów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 testów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jednostkowe – logika filtrowania, parsowanie danych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integracyjne – komunikacja komponentów przez Context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end-to-end – scenariusze użytkownika (filtrowanie, kliknięcie na mapie)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wydajnościowe – zachowanie przy 500+ samolotów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testuje / kiedy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Deweloperzy – testy jednostkowe i integracyjne podczas implementacji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Testerzy (członkowie grupy) – testy E2E po ukończeniu każdego modułu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trwania testów: ~2 tygodnie przed oddaniem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Narzędzia: Jest, React Testing Library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ryzykiem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Ryzyko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Prawdopodobieństwo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Mitygacja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Niedostępność ADS-B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Obsługa błędów HTTP, komunikat użytkownika, retry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Przeciążenie danymi (&gt;500 ac)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Niskie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Filtrowanie po stronie klienta, ograniczony promień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 formatu odpowiedzi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Niskie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Typowanie TypeScript, testy integracyjne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Opóźnienia w realizacji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Harmonogram z buforami czasowymi, podział obowiązków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Błędy w geolokalizacji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Niskie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Walidacja współrzędnych, domyślna pozycja (Polska)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monitorowania ruchu lotniczego w czasie rzeczywistym zrealizowany jako aplikacja webowa Next.js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Zaimplementowano 6 wyodrębnionych funkcjonalności przekraczających wymagane minimum (5)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dokumentacja techniczna: opis projektu, diagramy UML, kosztorys, harmonogram, strategia bezpieczeństwa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gotowa do demonstracji na żywo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80467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Autorzy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Ruslan Onufriiev (64146)  ·  Maksym Zapototskyi (64154)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3611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Monitorowania Ruchu Lotniczego</dc:title>
  <dc:subject>PptxGenJS Presentation</dc:subject>
  <dc:creator>Ruslan Onufriiev, Maksym Zapototskyi</dc:creator>
  <cp:lastModifiedBy>Ruslan Onufriiev, Maksym Zapototskyi</cp:lastModifiedBy>
  <cp:revision>1</cp:revision>
  <dcterms:created xsi:type="dcterms:W3CDTF">2026-06-07T22:19:28Z</dcterms:created>
  <dcterms:modified xsi:type="dcterms:W3CDTF">2026-06-07T22:19:28Z</dcterms:modified>
</cp:coreProperties>
</file>